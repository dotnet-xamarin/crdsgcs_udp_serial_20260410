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19ADA-8388-928C-A67D-0BB2A7859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279A66-1BD3-9F98-2C1C-E4FB18080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227F77-CFAD-044E-EB50-C66B9DC0D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4973-9DC0-44D8-A2F3-A0DAE7B7004A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002F78-C3A3-0B4B-6B04-FDD498804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E2E4F-1668-8377-650D-656A67DE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B3FD-6360-4C0B-9E66-C740CF27C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059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BBB63-1603-D373-07AA-20968B5D1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E66064-44B2-E863-5FC6-DFD485B4F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4885E-9E1A-3819-E280-4FBB4AAB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4973-9DC0-44D8-A2F3-A0DAE7B7004A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AB17B2-0339-F5C9-B667-0657382E4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153FC4-5920-6813-BBE9-AD2BF131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B3FD-6360-4C0B-9E66-C740CF27C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465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90476-507D-AEF8-5FA7-903B8182E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CB3714-E90E-8769-A361-846984546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50A3C-77B3-77D6-CB6D-A6B80ABF2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4973-9DC0-44D8-A2F3-A0DAE7B7004A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DAC3F2-2BAC-24ED-6415-C98094A08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6F9CCB-3459-2E1C-128B-E6BC1B4C6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B3FD-6360-4C0B-9E66-C740CF27C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917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3ED22C-FA1B-F4D7-0788-3AD39FDEE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301D71-BEF0-C06C-763F-2253C2868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4E1B64-5891-8160-6ECE-291857607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D8A0A0-83BE-62F3-A7C7-049E321AB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4973-9DC0-44D8-A2F3-A0DAE7B7004A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55C8C7-5A30-554D-E2BC-4500B93E7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84E5FD-14A2-37BD-05A9-394B0A61D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B3FD-6360-4C0B-9E66-C740CF27C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302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24E82-02A3-7F1E-66F0-64FC0C027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E0016A-E234-B99F-EA5E-9E2EBDC57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E09F00-D271-522F-9626-E6206A84F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BDAACF-7B1C-24B6-1C9F-DB0FFB1B17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1925DF-1B3A-B66E-33C4-D71EB3AA9F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44CB1F-D2AF-CF1A-2299-AB0C990B6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4973-9DC0-44D8-A2F3-A0DAE7B7004A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89E55F0-40D1-AEA5-7528-599C82CA7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A9BABCA-BBBE-11F6-A01A-C52B3961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B3FD-6360-4C0B-9E66-C740CF27C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80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2D712-C0A9-3164-3ACC-249748FDF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F338A9-53E9-EEBD-2F5A-51AFD6984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4973-9DC0-44D8-A2F3-A0DAE7B7004A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8B722F-14BD-1038-49A2-1A41AADDA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EC83A69-DF39-22A5-BAFE-F21F18B93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B3FD-6360-4C0B-9E66-C740CF27C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71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EB1F2D9-F341-C0C2-8667-7E7F784BE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4973-9DC0-44D8-A2F3-A0DAE7B7004A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ADF894E-3BA1-8C0B-1834-4192B3C6D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957D2-5F88-E580-608A-5B0B8458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B3FD-6360-4C0B-9E66-C740CF27C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634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86E3F-D2E6-5D71-8FCF-DDC873998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4DEE8F-A5DC-84D5-C13B-B658A2ACD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A94792-EF1B-6FB3-AEC6-1036F8F77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C5C0BE-6243-D95A-9B2F-2438CF62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4973-9DC0-44D8-A2F3-A0DAE7B7004A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86C6EB-FB92-4185-1757-13AF71247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CCD95B-9CFA-5E22-C8CE-A16B1C01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B3FD-6360-4C0B-9E66-C740CF27C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869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187EAB-70D8-8DFC-01D9-382F1A1C8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4BEF15E-6932-A8AC-B667-10C41CF6A9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3DE306-A2C9-BD77-C086-B1E03FCFE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2BA0AE-036C-C95D-2A46-B3786172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4973-9DC0-44D8-A2F3-A0DAE7B7004A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1EBC7B-FD13-189F-326E-8F613112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878676-A01C-871E-DEA2-866CCE69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B3FD-6360-4C0B-9E66-C740CF27C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884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675678-D820-5C62-12B9-442F44A02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AC5894-23FB-2BB7-6778-8066FB056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DBA41F-B4AD-704B-0E5C-74A2EDC3A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4973-9DC0-44D8-A2F3-A0DAE7B7004A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1A4ECC-9E11-57E9-4BDD-BAB8E6897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0A67E6-AE61-7D5B-E44D-DF411A736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B3FD-6360-4C0B-9E66-C740CF27C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856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208DCC-5B9E-8816-2CB2-86DA894FAB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1D48A6-DAD6-1935-1226-CE727C384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A2843D-C8F8-9315-9F22-008EDF86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4973-9DC0-44D8-A2F3-A0DAE7B7004A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A28578-7CC7-6AA2-C5D5-27E92E77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7607AA-7C12-26F8-D5E1-4092EF14E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CB3FD-6360-4C0B-9E66-C740CF27C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989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4916F1-E006-7DCC-7147-858530D0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3A9416-6F0F-79A5-EDDB-D53A25D4D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3EF605-383F-1692-14F0-561E0EC09E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B4973-9DC0-44D8-A2F3-A0DAE7B7004A}" type="datetimeFigureOut">
              <a:rPr lang="ko-KR" altLang="en-US" smtClean="0"/>
              <a:t>2025-08-01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ECD057-D2A0-AF76-341F-D2935E6EFF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34AA64-9E98-A0E0-0254-8CAD048FA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CB3FD-6360-4C0B-9E66-C740CF27C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64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F0A532B2-9D50-6D7E-179C-42551E609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386"/>
            <a:ext cx="9144000" cy="294101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>
            <a:normAutofit fontScale="92500" lnSpcReduction="20000"/>
          </a:bodyPr>
          <a:lstStyle/>
          <a:p>
            <a:r>
              <a:rPr lang="en-US" altLang="ko-KR" sz="1800" dirty="0"/>
              <a:t>Connect </a:t>
            </a:r>
            <a:r>
              <a:rPr lang="ko-KR" altLang="en-US" sz="1800" dirty="0"/>
              <a:t>버튼 클릭 후 코드 실행 순서</a:t>
            </a:r>
            <a:r>
              <a:rPr lang="en-US" altLang="ko-KR" sz="1800" dirty="0"/>
              <a:t>(</a:t>
            </a:r>
            <a:r>
              <a:rPr lang="ko-KR" altLang="en-US" sz="1800" dirty="0"/>
              <a:t>디버깅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297C2-6725-F5E8-F128-601CD0FEAAD7}"/>
              </a:ext>
            </a:extLst>
          </p:cNvPr>
          <p:cNvSpPr txBox="1"/>
          <p:nvPr/>
        </p:nvSpPr>
        <p:spPr>
          <a:xfrm>
            <a:off x="834887" y="1060174"/>
            <a:ext cx="1048247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FormConnection.cs</a:t>
            </a:r>
            <a:endParaRPr lang="en-US" altLang="ko-KR" b="1" dirty="0"/>
          </a:p>
          <a:p>
            <a:endParaRPr lang="en-US" altLang="ko-KR" sz="1400" dirty="0"/>
          </a:p>
          <a:p>
            <a:r>
              <a:rPr lang="en-US" altLang="ko-KR" sz="1400" dirty="0" err="1"/>
              <a:t>ButtonConnect_Click</a:t>
            </a:r>
            <a:r>
              <a:rPr lang="en-US" altLang="ko-KR" sz="1400" dirty="0"/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en-US" altLang="ko-KR" sz="1400" dirty="0"/>
              <a:t>bool result = </a:t>
            </a:r>
            <a:r>
              <a:rPr lang="en-US" altLang="ko-KR" sz="1400" dirty="0" err="1"/>
              <a:t>InterfaceController.Instance.GetInterface</a:t>
            </a:r>
            <a:r>
              <a:rPr lang="en-US" altLang="ko-KR" sz="1400" dirty="0"/>
              <a:t>().</a:t>
            </a:r>
            <a:r>
              <a:rPr lang="en-US" altLang="ko-KR" sz="1400" dirty="0" err="1"/>
              <a:t>ConnectUAV</a:t>
            </a:r>
            <a:r>
              <a:rPr lang="en-US" altLang="ko-KR" sz="1400" dirty="0"/>
              <a:t>(</a:t>
            </a:r>
            <a:r>
              <a:rPr lang="en-US" altLang="ko-KR" sz="1400" dirty="0" err="1"/>
              <a:t>portName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int.Parse</a:t>
            </a:r>
            <a:r>
              <a:rPr lang="en-US" altLang="ko-KR" sz="1400" dirty="0"/>
              <a:t>(</a:t>
            </a:r>
            <a:r>
              <a:rPr lang="en-US" altLang="ko-KR" sz="1400" dirty="0" err="1"/>
              <a:t>buadrate</a:t>
            </a:r>
            <a:r>
              <a:rPr lang="en-US" altLang="ko-KR" sz="1400" dirty="0"/>
              <a:t>));</a:t>
            </a:r>
            <a:endParaRPr lang="ko-KR" alt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B640A-3CE7-4232-6CC5-A8537D1B8685}"/>
              </a:ext>
            </a:extLst>
          </p:cNvPr>
          <p:cNvSpPr txBox="1"/>
          <p:nvPr/>
        </p:nvSpPr>
        <p:spPr>
          <a:xfrm>
            <a:off x="854765" y="2073965"/>
            <a:ext cx="4982818" cy="4139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ComInterface.cs</a:t>
            </a:r>
            <a:endParaRPr lang="en-US" altLang="ko-KR" b="1" dirty="0"/>
          </a:p>
          <a:p>
            <a:endParaRPr lang="en-US" altLang="ko-KR" sz="1400" dirty="0"/>
          </a:p>
          <a:p>
            <a:r>
              <a:rPr lang="en-US" altLang="ko-KR" sz="1100" dirty="0"/>
              <a:t>public bool </a:t>
            </a:r>
            <a:r>
              <a:rPr lang="en-US" altLang="ko-KR" sz="1100" dirty="0" err="1"/>
              <a:t>ConnectUAV</a:t>
            </a:r>
            <a:r>
              <a:rPr lang="en-US" altLang="ko-KR" sz="1100" dirty="0"/>
              <a:t>(string </a:t>
            </a:r>
            <a:r>
              <a:rPr lang="en-US" altLang="ko-KR" sz="1100" dirty="0" err="1"/>
              <a:t>portname</a:t>
            </a:r>
            <a:r>
              <a:rPr lang="en-US" altLang="ko-KR" sz="1100" dirty="0"/>
              <a:t>, int </a:t>
            </a:r>
            <a:r>
              <a:rPr lang="en-US" altLang="ko-KR" sz="1100" dirty="0" err="1"/>
              <a:t>baudrate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/>
              <a:t>{</a:t>
            </a:r>
          </a:p>
          <a:p>
            <a:r>
              <a:rPr lang="en-US" altLang="ko-KR" sz="1100" dirty="0"/>
              <a:t>    try</a:t>
            </a:r>
          </a:p>
          <a:p>
            <a:r>
              <a:rPr lang="ko-KR" altLang="en-US" sz="1100" dirty="0"/>
              <a:t>    </a:t>
            </a:r>
            <a:r>
              <a:rPr lang="en-US" altLang="ko-KR" sz="1100" dirty="0"/>
              <a:t>{</a:t>
            </a:r>
          </a:p>
          <a:p>
            <a:r>
              <a:rPr lang="en-US" altLang="ko-KR" sz="1100" dirty="0"/>
              <a:t>        // check comport is used.</a:t>
            </a:r>
          </a:p>
          <a:p>
            <a:r>
              <a:rPr lang="en-US" altLang="ko-KR" sz="1100" dirty="0"/>
              <a:t>        </a:t>
            </a:r>
            <a:r>
              <a:rPr lang="en-US" altLang="ko-KR" sz="1100" dirty="0" err="1"/>
              <a:t>this.ComPort</a:t>
            </a:r>
            <a:r>
              <a:rPr lang="en-US" altLang="ko-KR" sz="1100" dirty="0"/>
              <a:t> = </a:t>
            </a:r>
            <a:r>
              <a:rPr lang="en-US" altLang="ko-KR" sz="1100" dirty="0" err="1"/>
              <a:t>this.IsComportUsed</a:t>
            </a:r>
            <a:r>
              <a:rPr lang="en-US" altLang="ko-KR" sz="1100" dirty="0"/>
              <a:t>(</a:t>
            </a:r>
            <a:r>
              <a:rPr lang="en-US" altLang="ko-KR" sz="1100" dirty="0" err="1"/>
              <a:t>portname</a:t>
            </a:r>
            <a:r>
              <a:rPr lang="en-US" altLang="ko-KR" sz="1100" dirty="0"/>
              <a:t>);</a:t>
            </a:r>
          </a:p>
          <a:p>
            <a:endParaRPr lang="ko-KR" altLang="en-US" sz="1100" dirty="0"/>
          </a:p>
          <a:p>
            <a:r>
              <a:rPr lang="en-US" altLang="ko-KR" sz="1100" dirty="0"/>
              <a:t>        if (</a:t>
            </a:r>
            <a:r>
              <a:rPr lang="en-US" altLang="ko-KR" sz="1100" dirty="0" err="1"/>
              <a:t>this.ComPort</a:t>
            </a:r>
            <a:r>
              <a:rPr lang="en-US" altLang="ko-KR" sz="1100" dirty="0"/>
              <a:t> is null)</a:t>
            </a:r>
          </a:p>
          <a:p>
            <a:r>
              <a:rPr lang="ko-KR" altLang="en-US" sz="1100" dirty="0"/>
              <a:t>        </a:t>
            </a:r>
            <a:r>
              <a:rPr lang="en-US" altLang="ko-KR" sz="1100" dirty="0"/>
              <a:t>{</a:t>
            </a:r>
          </a:p>
          <a:p>
            <a:r>
              <a:rPr lang="en-US" altLang="ko-KR" sz="1100" dirty="0"/>
              <a:t>            //</a:t>
            </a:r>
            <a:r>
              <a:rPr lang="en-US" altLang="ko-KR" sz="1100" dirty="0" err="1"/>
              <a:t>this.ComPort</a:t>
            </a:r>
            <a:r>
              <a:rPr lang="en-US" altLang="ko-KR" sz="1100" dirty="0"/>
              <a:t> = new </a:t>
            </a:r>
            <a:r>
              <a:rPr lang="en-US" altLang="ko-KR" sz="1100" dirty="0" err="1"/>
              <a:t>ComPort</a:t>
            </a:r>
            <a:r>
              <a:rPr lang="en-US" altLang="ko-KR" sz="1100" dirty="0"/>
              <a:t>(</a:t>
            </a:r>
            <a:r>
              <a:rPr lang="en-US" altLang="ko-KR" sz="1100" dirty="0" err="1"/>
              <a:t>portname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baudrate</a:t>
            </a:r>
            <a:r>
              <a:rPr lang="en-US" altLang="ko-KR" sz="1100" dirty="0"/>
              <a:t>);</a:t>
            </a:r>
          </a:p>
          <a:p>
            <a:r>
              <a:rPr lang="en-US" altLang="ko-KR" sz="1100" dirty="0"/>
              <a:t>            </a:t>
            </a:r>
            <a:r>
              <a:rPr lang="en-US" altLang="ko-KR" sz="1100" dirty="0" err="1"/>
              <a:t>this.ComPort</a:t>
            </a:r>
            <a:r>
              <a:rPr lang="en-US" altLang="ko-KR" sz="1100" dirty="0"/>
              <a:t> = new </a:t>
            </a:r>
            <a:r>
              <a:rPr lang="en-US" altLang="ko-KR" sz="1100" dirty="0" err="1"/>
              <a:t>UdpSerial</a:t>
            </a:r>
            <a:r>
              <a:rPr lang="en-US" altLang="ko-KR" sz="1100" dirty="0"/>
              <a:t>();</a:t>
            </a:r>
          </a:p>
          <a:p>
            <a:r>
              <a:rPr lang="en-US" altLang="ko-KR" sz="1100" dirty="0"/>
              <a:t>            </a:t>
            </a:r>
            <a:r>
              <a:rPr lang="en-US" altLang="ko-KR" sz="1100" dirty="0" err="1"/>
              <a:t>this.ComPort.Open</a:t>
            </a:r>
            <a:r>
              <a:rPr lang="en-US" altLang="ko-KR" sz="1100" dirty="0"/>
              <a:t>();</a:t>
            </a:r>
          </a:p>
          <a:p>
            <a:r>
              <a:rPr lang="ko-KR" altLang="en-US" sz="1100" dirty="0"/>
              <a:t>        </a:t>
            </a:r>
            <a:r>
              <a:rPr lang="en-US" altLang="ko-KR" sz="1100" dirty="0"/>
              <a:t>}</a:t>
            </a:r>
          </a:p>
          <a:p>
            <a:endParaRPr lang="ko-KR" altLang="en-US" sz="1100" dirty="0"/>
          </a:p>
          <a:p>
            <a:r>
              <a:rPr lang="en-US" altLang="ko-KR" sz="1100" dirty="0"/>
              <a:t>        // get heartbeat.</a:t>
            </a:r>
          </a:p>
          <a:p>
            <a:r>
              <a:rPr lang="en-US" altLang="ko-KR" sz="1100" dirty="0"/>
              <a:t>        Vehicle temp = new Vehicle(</a:t>
            </a:r>
            <a:r>
              <a:rPr lang="en-US" altLang="ko-KR" sz="1100" dirty="0" err="1"/>
              <a:t>this.ComPort</a:t>
            </a:r>
            <a:r>
              <a:rPr lang="en-US" altLang="ko-KR" sz="1100" dirty="0"/>
              <a:t>);</a:t>
            </a:r>
          </a:p>
          <a:p>
            <a:r>
              <a:rPr lang="en-US" altLang="ko-KR" sz="1100" dirty="0"/>
              <a:t>        if (!</a:t>
            </a:r>
            <a:r>
              <a:rPr lang="en-US" altLang="ko-KR" sz="1100" dirty="0" err="1"/>
              <a:t>temp.DetectHeartBeat</a:t>
            </a:r>
            <a:r>
              <a:rPr lang="en-US" altLang="ko-KR" sz="1100" dirty="0"/>
              <a:t>())</a:t>
            </a:r>
          </a:p>
          <a:p>
            <a:r>
              <a:rPr lang="ko-KR" altLang="en-US" sz="1100" dirty="0"/>
              <a:t>        </a:t>
            </a:r>
            <a:r>
              <a:rPr lang="en-US" altLang="ko-KR" sz="1100" dirty="0"/>
              <a:t>{</a:t>
            </a:r>
          </a:p>
          <a:p>
            <a:r>
              <a:rPr lang="en-US" altLang="ko-KR" sz="1100" dirty="0"/>
              <a:t>            throw new Exception("</a:t>
            </a:r>
            <a:r>
              <a:rPr lang="en-US" altLang="ko-KR" sz="1100" dirty="0" err="1"/>
              <a:t>HeartBeat</a:t>
            </a:r>
            <a:r>
              <a:rPr lang="en-US" altLang="ko-KR" sz="1100" dirty="0"/>
              <a:t> is not detected.");</a:t>
            </a:r>
          </a:p>
          <a:p>
            <a:r>
              <a:rPr lang="ko-KR" altLang="en-US" sz="1100" dirty="0"/>
              <a:t>        </a:t>
            </a:r>
            <a:r>
              <a:rPr lang="en-US" altLang="ko-KR" sz="1100" dirty="0"/>
              <a:t>}</a:t>
            </a:r>
          </a:p>
          <a:p>
            <a:r>
              <a:rPr lang="en-US" altLang="ko-KR" sz="1100" dirty="0"/>
              <a:t>        </a:t>
            </a:r>
            <a:endParaRPr lang="ko-KR" alt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E9552-5847-3054-D85C-A0D33EF5FFAB}"/>
              </a:ext>
            </a:extLst>
          </p:cNvPr>
          <p:cNvSpPr txBox="1"/>
          <p:nvPr/>
        </p:nvSpPr>
        <p:spPr>
          <a:xfrm>
            <a:off x="6221895" y="2566216"/>
            <a:ext cx="504907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    </a:t>
            </a:r>
            <a:r>
              <a:rPr lang="en-US" altLang="ko-KR" sz="1100" dirty="0" err="1"/>
              <a:t>this.Vehicles.Add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temp.SystemId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temp.ComponentId</a:t>
            </a:r>
            <a:r>
              <a:rPr lang="en-US" altLang="ko-KR" sz="1100" dirty="0"/>
              <a:t>, temp);</a:t>
            </a:r>
          </a:p>
          <a:p>
            <a:r>
              <a:rPr lang="en-US" altLang="ko-KR" sz="1100" dirty="0"/>
              <a:t>    </a:t>
            </a:r>
            <a:r>
              <a:rPr lang="en-US" altLang="ko-KR" sz="1100" dirty="0" err="1"/>
              <a:t>this.CurrentSystemId</a:t>
            </a:r>
            <a:r>
              <a:rPr lang="en-US" altLang="ko-KR" sz="1100" dirty="0"/>
              <a:t> = </a:t>
            </a:r>
            <a:r>
              <a:rPr lang="en-US" altLang="ko-KR" sz="1100" dirty="0" err="1"/>
              <a:t>temp.SystemId</a:t>
            </a:r>
            <a:r>
              <a:rPr lang="en-US" altLang="ko-KR" sz="1100" dirty="0"/>
              <a:t>;</a:t>
            </a:r>
          </a:p>
          <a:p>
            <a:r>
              <a:rPr lang="en-US" altLang="ko-KR" sz="1100" dirty="0"/>
              <a:t>    </a:t>
            </a:r>
            <a:r>
              <a:rPr lang="en-US" altLang="ko-KR" sz="1100" dirty="0" err="1"/>
              <a:t>this.CurrentComponentId</a:t>
            </a:r>
            <a:r>
              <a:rPr lang="en-US" altLang="ko-KR" sz="1100" dirty="0"/>
              <a:t> = </a:t>
            </a:r>
            <a:r>
              <a:rPr lang="en-US" altLang="ko-KR" sz="1100" dirty="0" err="1"/>
              <a:t>temp.ComponentId</a:t>
            </a:r>
            <a:r>
              <a:rPr lang="en-US" altLang="ko-KR" sz="1100" dirty="0"/>
              <a:t>;</a:t>
            </a:r>
          </a:p>
          <a:p>
            <a:r>
              <a:rPr lang="en-US" altLang="ko-KR" sz="1100" dirty="0"/>
              <a:t> </a:t>
            </a:r>
          </a:p>
          <a:p>
            <a:r>
              <a:rPr lang="en-US" altLang="ko-KR" sz="1100" dirty="0"/>
              <a:t>// get parameters.</a:t>
            </a:r>
          </a:p>
          <a:p>
            <a:r>
              <a:rPr lang="en-US" altLang="ko-KR" sz="1100" dirty="0"/>
              <a:t>        </a:t>
            </a:r>
            <a:r>
              <a:rPr lang="en-US" altLang="ko-KR" sz="1100" dirty="0" err="1"/>
              <a:t>temp.RequestAllParameters</a:t>
            </a:r>
            <a:r>
              <a:rPr lang="en-US" altLang="ko-KR" sz="1100" dirty="0"/>
              <a:t>();</a:t>
            </a:r>
          </a:p>
          <a:p>
            <a:r>
              <a:rPr lang="en-US" altLang="ko-KR" sz="1100" dirty="0"/>
              <a:t>        </a:t>
            </a:r>
            <a:r>
              <a:rPr lang="en-US" altLang="ko-KR" sz="1100" dirty="0" err="1"/>
              <a:t>temp.InitializeSubscribing</a:t>
            </a:r>
            <a:r>
              <a:rPr lang="en-US" altLang="ko-KR" sz="1100" dirty="0"/>
              <a:t>();</a:t>
            </a:r>
          </a:p>
          <a:p>
            <a:endParaRPr lang="ko-KR" altLang="en-US" sz="1100" dirty="0"/>
          </a:p>
          <a:p>
            <a:r>
              <a:rPr lang="en-US" altLang="ko-KR" sz="1100" dirty="0"/>
              <a:t>        return true;</a:t>
            </a:r>
          </a:p>
          <a:p>
            <a:endParaRPr lang="ko-KR" altLang="en-US" sz="1100" dirty="0"/>
          </a:p>
          <a:p>
            <a:r>
              <a:rPr lang="ko-KR" altLang="en-US" sz="1100" dirty="0"/>
              <a:t>    </a:t>
            </a:r>
            <a:r>
              <a:rPr lang="en-US" altLang="ko-KR" sz="1100" dirty="0"/>
              <a:t>}</a:t>
            </a:r>
          </a:p>
          <a:p>
            <a:r>
              <a:rPr lang="en-US" altLang="ko-KR" sz="1100" dirty="0"/>
              <a:t>    catch (Exception e)</a:t>
            </a:r>
          </a:p>
          <a:p>
            <a:r>
              <a:rPr lang="ko-KR" altLang="en-US" sz="1100" dirty="0"/>
              <a:t>    </a:t>
            </a:r>
            <a:r>
              <a:rPr lang="en-US" altLang="ko-KR" sz="1100" dirty="0"/>
              <a:t>{</a:t>
            </a:r>
          </a:p>
          <a:p>
            <a:r>
              <a:rPr lang="en-US" altLang="ko-KR" sz="1100" dirty="0"/>
              <a:t>        throw e;</a:t>
            </a:r>
          </a:p>
          <a:p>
            <a:r>
              <a:rPr lang="ko-KR" altLang="en-US" sz="1100" dirty="0"/>
              <a:t>    </a:t>
            </a:r>
            <a:r>
              <a:rPr lang="en-US" altLang="ko-KR" sz="1100" dirty="0"/>
              <a:t>}</a:t>
            </a:r>
          </a:p>
          <a:p>
            <a:r>
              <a:rPr lang="en-US" altLang="ko-KR" sz="1100" dirty="0"/>
              <a:t>    finally</a:t>
            </a:r>
          </a:p>
          <a:p>
            <a:r>
              <a:rPr lang="ko-KR" altLang="en-US" sz="1100" dirty="0"/>
              <a:t>    </a:t>
            </a:r>
            <a:r>
              <a:rPr lang="en-US" altLang="ko-KR" sz="1100" dirty="0"/>
              <a:t>{</a:t>
            </a:r>
          </a:p>
          <a:p>
            <a:r>
              <a:rPr lang="en-US" altLang="ko-KR" sz="1100" dirty="0"/>
              <a:t>        </a:t>
            </a:r>
            <a:r>
              <a:rPr lang="en-US" altLang="ko-KR" sz="1100" dirty="0" err="1"/>
              <a:t>this.ComPort</a:t>
            </a:r>
            <a:r>
              <a:rPr lang="en-US" altLang="ko-KR" sz="1100" dirty="0"/>
              <a:t> = null;</a:t>
            </a:r>
          </a:p>
          <a:p>
            <a:r>
              <a:rPr lang="ko-KR" altLang="en-US" sz="1100" dirty="0"/>
              <a:t>    </a:t>
            </a:r>
            <a:r>
              <a:rPr lang="en-US" altLang="ko-KR" sz="1100" dirty="0"/>
              <a:t>}</a:t>
            </a:r>
          </a:p>
          <a:p>
            <a:r>
              <a:rPr lang="en-US" altLang="ko-KR" sz="1100" dirty="0"/>
              <a:t>}</a:t>
            </a:r>
            <a:endParaRPr lang="ko-KR" alt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AD962E-9836-07A5-B02E-64054446A90C}"/>
              </a:ext>
            </a:extLst>
          </p:cNvPr>
          <p:cNvSpPr txBox="1"/>
          <p:nvPr/>
        </p:nvSpPr>
        <p:spPr>
          <a:xfrm>
            <a:off x="4267201" y="6161674"/>
            <a:ext cx="2405269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/>
              <a:t>CommsUdpSerial.cs</a:t>
            </a:r>
            <a:r>
              <a:rPr lang="en-US" altLang="ko-KR" b="1" dirty="0"/>
              <a:t> (Page 4)</a:t>
            </a:r>
            <a:endParaRPr lang="en-US" altLang="ko-KR" sz="1050" dirty="0"/>
          </a:p>
          <a:p>
            <a:endParaRPr lang="ko-KR" altLang="en-US" sz="1050" dirty="0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9B4A113C-AE40-873E-4D2C-74F136BD469C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928730" y="4565374"/>
            <a:ext cx="2541106" cy="1596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608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9D70D-6C59-5EB6-919A-F1E4B8A4D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7CD9B2F2-2A7E-95FF-B05A-AA5C4515B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386"/>
            <a:ext cx="9144000" cy="294101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>
            <a:normAutofit fontScale="92500" lnSpcReduction="20000"/>
          </a:bodyPr>
          <a:lstStyle/>
          <a:p>
            <a:r>
              <a:rPr lang="en-US" altLang="ko-KR" sz="1800" dirty="0"/>
              <a:t>Connect </a:t>
            </a:r>
            <a:r>
              <a:rPr lang="ko-KR" altLang="en-US" sz="1800" dirty="0"/>
              <a:t>버튼 클릭 후 코드 실행 순서</a:t>
            </a:r>
            <a:r>
              <a:rPr lang="en-US" altLang="ko-KR" sz="1800" dirty="0"/>
              <a:t>(</a:t>
            </a:r>
            <a:r>
              <a:rPr lang="ko-KR" altLang="en-US" sz="1800" dirty="0"/>
              <a:t>디버깅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04140-96FC-3092-9B84-FFCA6076D3F7}"/>
              </a:ext>
            </a:extLst>
          </p:cNvPr>
          <p:cNvSpPr txBox="1"/>
          <p:nvPr/>
        </p:nvSpPr>
        <p:spPr>
          <a:xfrm>
            <a:off x="1199321" y="2587533"/>
            <a:ext cx="5877339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VehicleFunctions.cs</a:t>
            </a:r>
            <a:endParaRPr lang="en-US" altLang="ko-KR" b="1" dirty="0"/>
          </a:p>
          <a:p>
            <a:endParaRPr lang="en-US" altLang="ko-KR" sz="1400" dirty="0"/>
          </a:p>
          <a:p>
            <a:r>
              <a:rPr lang="en-US" altLang="ko-KR" sz="1100" dirty="0"/>
              <a:t>public bool </a:t>
            </a:r>
            <a:r>
              <a:rPr lang="en-US" altLang="ko-KR" sz="1100" dirty="0" err="1"/>
              <a:t>DetectHeartBeat</a:t>
            </a:r>
            <a:r>
              <a:rPr lang="en-US" altLang="ko-KR" sz="1100" dirty="0"/>
              <a:t>()</a:t>
            </a:r>
          </a:p>
          <a:p>
            <a:r>
              <a:rPr lang="en-US" altLang="ko-KR" sz="1100" dirty="0"/>
              <a:t>{</a:t>
            </a:r>
          </a:p>
          <a:p>
            <a:r>
              <a:rPr lang="en-US" altLang="ko-KR" sz="1100" dirty="0"/>
              <a:t>    try</a:t>
            </a:r>
          </a:p>
          <a:p>
            <a:r>
              <a:rPr lang="ko-KR" altLang="en-US" sz="1100" dirty="0"/>
              <a:t>    </a:t>
            </a:r>
            <a:r>
              <a:rPr lang="en-US" altLang="ko-KR" sz="1100" dirty="0"/>
              <a:t>{</a:t>
            </a:r>
          </a:p>
          <a:p>
            <a:r>
              <a:rPr lang="en-US" altLang="ko-KR" sz="1100" dirty="0"/>
              <a:t>        Dictionary&lt;Tuple&lt;int, int&gt;, int&gt; history = new Dictionary&lt;Tuple&lt;int, int&gt;, int&gt;();</a:t>
            </a:r>
          </a:p>
          <a:p>
            <a:endParaRPr lang="ko-KR" altLang="en-US" sz="1100" dirty="0"/>
          </a:p>
          <a:p>
            <a:r>
              <a:rPr lang="en-US" altLang="ko-KR" sz="1100" dirty="0"/>
              <a:t>        </a:t>
            </a:r>
            <a:r>
              <a:rPr lang="en-US" altLang="ko-KR" sz="1100" dirty="0" err="1"/>
              <a:t>this.InvokeHeartBeatEvent</a:t>
            </a:r>
            <a:r>
              <a:rPr lang="en-US" altLang="ko-KR" sz="1100" dirty="0"/>
              <a:t>("Wait </a:t>
            </a:r>
            <a:r>
              <a:rPr lang="en-US" altLang="ko-KR" sz="1100" dirty="0" err="1"/>
              <a:t>HeartBeat</a:t>
            </a:r>
            <a:r>
              <a:rPr lang="en-US" altLang="ko-KR" sz="1100" dirty="0"/>
              <a:t>", "");</a:t>
            </a:r>
          </a:p>
          <a:p>
            <a:endParaRPr lang="ko-KR" altLang="en-US" sz="1100" dirty="0"/>
          </a:p>
          <a:p>
            <a:r>
              <a:rPr lang="en-US" altLang="ko-KR" sz="1100" dirty="0"/>
              <a:t>        int </a:t>
            </a:r>
            <a:r>
              <a:rPr lang="en-US" altLang="ko-KR" sz="1100" dirty="0" err="1"/>
              <a:t>i</a:t>
            </a:r>
            <a:r>
              <a:rPr lang="en-US" altLang="ko-KR" sz="1100" dirty="0"/>
              <a:t> = 0;</a:t>
            </a:r>
          </a:p>
          <a:p>
            <a:r>
              <a:rPr lang="en-US" altLang="ko-KR" sz="1100" dirty="0"/>
              <a:t>        while (</a:t>
            </a:r>
            <a:r>
              <a:rPr lang="en-US" altLang="ko-KR" sz="1100" dirty="0" err="1"/>
              <a:t>i</a:t>
            </a:r>
            <a:r>
              <a:rPr lang="en-US" altLang="ko-KR" sz="1100" dirty="0"/>
              <a:t> &lt; 10)</a:t>
            </a:r>
          </a:p>
          <a:p>
            <a:r>
              <a:rPr lang="ko-KR" altLang="en-US" sz="1100" dirty="0"/>
              <a:t>        </a:t>
            </a:r>
            <a:r>
              <a:rPr lang="en-US" altLang="ko-KR" sz="1100" dirty="0"/>
              <a:t>{</a:t>
            </a:r>
          </a:p>
          <a:p>
            <a:r>
              <a:rPr lang="en-US" altLang="ko-KR" sz="1100" dirty="0"/>
              <a:t>            Subscriber s = new Subscriber(</a:t>
            </a:r>
            <a:r>
              <a:rPr lang="en-US" altLang="ko-KR" sz="1100" dirty="0" err="1"/>
              <a:t>this.SystemId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this.ComponentId</a:t>
            </a:r>
            <a:r>
              <a:rPr lang="en-US" altLang="ko-KR" sz="1100" dirty="0"/>
              <a:t>, 0, </a:t>
            </a:r>
          </a:p>
          <a:p>
            <a:r>
              <a:rPr lang="en-US" altLang="ko-KR" sz="1100" dirty="0"/>
              <a:t>                  </a:t>
            </a:r>
            <a:r>
              <a:rPr lang="en-US" altLang="ko-KR" sz="1100" dirty="0" err="1"/>
              <a:t>this.Receive_heartbeat</a:t>
            </a:r>
            <a:r>
              <a:rPr lang="en-US" altLang="ko-KR" sz="1100" dirty="0"/>
              <a:t>, PERMANENCY.DISPOSABLE, </a:t>
            </a:r>
            <a:r>
              <a:rPr lang="en-US" altLang="ko-KR" sz="1100" dirty="0" err="1"/>
              <a:t>timeoutSec</a:t>
            </a:r>
            <a:r>
              <a:rPr lang="en-US" altLang="ko-KR" sz="1100" dirty="0"/>
              <a:t>: 3.0);</a:t>
            </a:r>
          </a:p>
          <a:p>
            <a:r>
              <a:rPr lang="en-US" altLang="ko-KR" sz="1100" dirty="0"/>
              <a:t>            </a:t>
            </a:r>
            <a:r>
              <a:rPr lang="en-US" altLang="ko-KR" sz="1100" dirty="0" err="1"/>
              <a:t>this.ComPort.Subscribe.DoSubscribe</a:t>
            </a:r>
            <a:r>
              <a:rPr lang="en-US" altLang="ko-KR" sz="1100" dirty="0"/>
              <a:t>(s);</a:t>
            </a:r>
          </a:p>
          <a:p>
            <a:r>
              <a:rPr lang="pt-BR" altLang="ko-KR" sz="1100" dirty="0"/>
              <a:t>            object r = s.GetResultAsync().Result;</a:t>
            </a:r>
          </a:p>
          <a:p>
            <a:endParaRPr lang="ko-KR" altLang="en-US" sz="1100" dirty="0"/>
          </a:p>
          <a:p>
            <a:r>
              <a:rPr lang="en-US" altLang="ko-KR" sz="1100" dirty="0"/>
              <a:t>             </a:t>
            </a:r>
            <a:endParaRPr lang="ko-KR" alt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E9C6C-6270-C9B0-91FA-E012109160BC}"/>
              </a:ext>
            </a:extLst>
          </p:cNvPr>
          <p:cNvSpPr txBox="1"/>
          <p:nvPr/>
        </p:nvSpPr>
        <p:spPr>
          <a:xfrm>
            <a:off x="6751983" y="3169190"/>
            <a:ext cx="504907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            if (r != null)</a:t>
            </a:r>
          </a:p>
          <a:p>
            <a:r>
              <a:rPr lang="ko-KR" altLang="en-US" sz="1100" dirty="0"/>
              <a:t>            </a:t>
            </a:r>
            <a:r>
              <a:rPr lang="en-US" altLang="ko-KR" sz="1100" dirty="0"/>
              <a:t>{</a:t>
            </a:r>
          </a:p>
          <a:p>
            <a:r>
              <a:rPr lang="en-US" altLang="ko-KR" sz="1100" dirty="0"/>
              <a:t>                Packet t = (Packet)r;</a:t>
            </a:r>
          </a:p>
          <a:p>
            <a:r>
              <a:rPr lang="en-US" altLang="ko-KR" sz="1100" dirty="0"/>
              <a:t>                var tuple = new Tuple&lt;int, int&gt;(</a:t>
            </a:r>
            <a:r>
              <a:rPr lang="en-US" altLang="ko-KR" sz="1100" dirty="0" err="1"/>
              <a:t>t.SYSID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t.COMPID</a:t>
            </a:r>
            <a:r>
              <a:rPr lang="en-US" altLang="ko-KR" sz="1100" dirty="0"/>
              <a:t>);</a:t>
            </a:r>
          </a:p>
          <a:p>
            <a:endParaRPr lang="ko-KR" altLang="en-US" sz="1100" dirty="0"/>
          </a:p>
          <a:p>
            <a:r>
              <a:rPr lang="en-US" altLang="ko-KR" sz="1100" dirty="0"/>
              <a:t>                if (!</a:t>
            </a:r>
            <a:r>
              <a:rPr lang="en-US" altLang="ko-KR" sz="1100" dirty="0" err="1"/>
              <a:t>history.ContainsKey</a:t>
            </a:r>
            <a:r>
              <a:rPr lang="en-US" altLang="ko-KR" sz="1100" dirty="0"/>
              <a:t>(tuple))</a:t>
            </a:r>
          </a:p>
          <a:p>
            <a:r>
              <a:rPr lang="ko-KR" altLang="en-US" sz="1100" dirty="0"/>
              <a:t>                </a:t>
            </a:r>
            <a:r>
              <a:rPr lang="en-US" altLang="ko-KR" sz="1100" dirty="0"/>
              <a:t>{</a:t>
            </a:r>
          </a:p>
          <a:p>
            <a:r>
              <a:rPr lang="en-US" altLang="ko-KR" sz="1100" dirty="0"/>
              <a:t>                    </a:t>
            </a:r>
            <a:r>
              <a:rPr lang="en-US" altLang="ko-KR" sz="1100" dirty="0" err="1"/>
              <a:t>history.Add</a:t>
            </a:r>
            <a:r>
              <a:rPr lang="en-US" altLang="ko-KR" sz="1100" dirty="0"/>
              <a:t>(tuple, 0);</a:t>
            </a:r>
          </a:p>
          <a:p>
            <a:r>
              <a:rPr lang="ko-KR" altLang="en-US" sz="1100" dirty="0"/>
              <a:t>                </a:t>
            </a:r>
            <a:r>
              <a:rPr lang="en-US" altLang="ko-KR" sz="1100" dirty="0"/>
              <a:t>}</a:t>
            </a:r>
          </a:p>
          <a:p>
            <a:r>
              <a:rPr lang="en-US" altLang="ko-KR" sz="1100" dirty="0"/>
              <a:t>                history[tuple] += 1;</a:t>
            </a:r>
          </a:p>
          <a:p>
            <a:endParaRPr lang="ko-KR" altLang="en-US" sz="1100" dirty="0"/>
          </a:p>
          <a:p>
            <a:r>
              <a:rPr lang="en-US" altLang="ko-KR" sz="1100" dirty="0"/>
              <a:t>                </a:t>
            </a:r>
            <a:r>
              <a:rPr lang="en-US" altLang="ko-KR" sz="1100" dirty="0" err="1"/>
              <a:t>this.InvokeHeartBeatEvent</a:t>
            </a:r>
            <a:r>
              <a:rPr lang="en-US" altLang="ko-KR" sz="1100" dirty="0"/>
              <a:t>("Detect </a:t>
            </a:r>
            <a:r>
              <a:rPr lang="en-US" altLang="ko-KR" sz="1100" dirty="0" err="1"/>
              <a:t>HeartBeat</a:t>
            </a:r>
            <a:r>
              <a:rPr lang="en-US" altLang="ko-KR" sz="1100" dirty="0"/>
              <a:t>", </a:t>
            </a:r>
          </a:p>
          <a:p>
            <a:r>
              <a:rPr lang="en-US" altLang="ko-KR" sz="1100" dirty="0"/>
              <a:t>                       $"count – {</a:t>
            </a:r>
            <a:r>
              <a:rPr lang="en-US" altLang="ko-KR" sz="1100" dirty="0" err="1"/>
              <a:t>history.Count</a:t>
            </a:r>
            <a:r>
              <a:rPr lang="en-US" altLang="ko-KR" sz="1100" dirty="0"/>
              <a:t>}, system id - {</a:t>
            </a:r>
            <a:r>
              <a:rPr lang="en-US" altLang="ko-KR" sz="1100" dirty="0" err="1"/>
              <a:t>t.SYSID</a:t>
            </a:r>
            <a:r>
              <a:rPr lang="en-US" altLang="ko-KR" sz="1100" dirty="0"/>
              <a:t>}, </a:t>
            </a:r>
          </a:p>
          <a:p>
            <a:r>
              <a:rPr lang="en-US" altLang="ko-KR" sz="1100" dirty="0"/>
              <a:t>                       component id - {</a:t>
            </a:r>
            <a:r>
              <a:rPr lang="en-US" altLang="ko-KR" sz="1100" dirty="0" err="1"/>
              <a:t>t.COMPID</a:t>
            </a:r>
            <a:r>
              <a:rPr lang="en-US" altLang="ko-KR" sz="1100" dirty="0"/>
              <a:t>}");</a:t>
            </a:r>
          </a:p>
          <a:p>
            <a:r>
              <a:rPr lang="ko-KR" altLang="en-US" sz="1100" dirty="0"/>
              <a:t>            </a:t>
            </a:r>
            <a:r>
              <a:rPr lang="en-US" altLang="ko-KR" sz="1100" dirty="0"/>
              <a:t>}</a:t>
            </a:r>
          </a:p>
          <a:p>
            <a:r>
              <a:rPr lang="en-US" altLang="ko-KR" sz="1100" dirty="0"/>
              <a:t>            </a:t>
            </a:r>
            <a:r>
              <a:rPr lang="en-US" altLang="ko-KR" sz="1100" dirty="0" err="1"/>
              <a:t>i</a:t>
            </a:r>
            <a:r>
              <a:rPr lang="en-US" altLang="ko-KR" sz="1100" dirty="0"/>
              <a:t>++;</a:t>
            </a:r>
          </a:p>
          <a:p>
            <a:r>
              <a:rPr lang="ko-KR" altLang="en-US" sz="1100" dirty="0"/>
              <a:t>        </a:t>
            </a:r>
            <a:r>
              <a:rPr lang="en-US" altLang="ko-KR" sz="1100" dirty="0"/>
              <a:t>}</a:t>
            </a:r>
          </a:p>
          <a:p>
            <a:endParaRPr lang="ko-KR" altLang="en-US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72023F-8925-B207-0CA7-185046163486}"/>
              </a:ext>
            </a:extLst>
          </p:cNvPr>
          <p:cNvSpPr txBox="1"/>
          <p:nvPr/>
        </p:nvSpPr>
        <p:spPr>
          <a:xfrm>
            <a:off x="1199322" y="1212574"/>
            <a:ext cx="498281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Vehicle.cs</a:t>
            </a:r>
            <a:endParaRPr lang="en-US" altLang="ko-KR" b="1" dirty="0"/>
          </a:p>
          <a:p>
            <a:endParaRPr lang="en-US" altLang="ko-KR" sz="1400" dirty="0"/>
          </a:p>
          <a:p>
            <a:r>
              <a:rPr lang="en-US" altLang="ko-KR" sz="1100" dirty="0"/>
              <a:t>public Vehicle(</a:t>
            </a:r>
            <a:r>
              <a:rPr lang="en-US" altLang="ko-KR" sz="1100" dirty="0" err="1"/>
              <a:t>ICommsSerial</a:t>
            </a:r>
            <a:r>
              <a:rPr lang="en-US" altLang="ko-KR" sz="1100" dirty="0"/>
              <a:t> comport)</a:t>
            </a:r>
          </a:p>
          <a:p>
            <a:r>
              <a:rPr lang="en-US" altLang="ko-KR" sz="1100" dirty="0"/>
              <a:t>{</a:t>
            </a:r>
          </a:p>
          <a:p>
            <a:r>
              <a:rPr lang="en-US" altLang="ko-KR" sz="1100" dirty="0"/>
              <a:t>    </a:t>
            </a:r>
            <a:r>
              <a:rPr lang="en-US" altLang="ko-KR" sz="1100" dirty="0" err="1"/>
              <a:t>this.ComPort</a:t>
            </a:r>
            <a:r>
              <a:rPr lang="en-US" altLang="ko-KR" sz="1100" dirty="0"/>
              <a:t> = comport;</a:t>
            </a:r>
          </a:p>
          <a:p>
            <a:r>
              <a:rPr lang="en-US" altLang="ko-KR" sz="1100" dirty="0"/>
              <a:t>}        </a:t>
            </a:r>
            <a:endParaRPr lang="ko-KR" alt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B058DC-1A27-8354-6887-3236C66B16DD}"/>
              </a:ext>
            </a:extLst>
          </p:cNvPr>
          <p:cNvSpPr txBox="1"/>
          <p:nvPr/>
        </p:nvSpPr>
        <p:spPr>
          <a:xfrm>
            <a:off x="6182140" y="1761554"/>
            <a:ext cx="497619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InvokeHeartBeatEvent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state,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description)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HeartBeatEvent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?.Invoke(state, description);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100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A10F14F-B028-D1AE-7927-ABA5D2419AD0}"/>
              </a:ext>
            </a:extLst>
          </p:cNvPr>
          <p:cNvCxnSpPr>
            <a:endCxn id="6" idx="1"/>
          </p:cNvCxnSpPr>
          <p:nvPr/>
        </p:nvCxnSpPr>
        <p:spPr>
          <a:xfrm flipV="1">
            <a:off x="4797287" y="2146275"/>
            <a:ext cx="1384853" cy="2054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56D3E61-6C84-C9E8-275A-8D727A78F50E}"/>
              </a:ext>
            </a:extLst>
          </p:cNvPr>
          <p:cNvCxnSpPr>
            <a:cxnSpLocks/>
          </p:cNvCxnSpPr>
          <p:nvPr/>
        </p:nvCxnSpPr>
        <p:spPr>
          <a:xfrm flipH="1" flipV="1">
            <a:off x="6751983" y="2587533"/>
            <a:ext cx="815010" cy="256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909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AD0BD-501F-2AAA-DAFB-55550783A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CFE737B-9A33-74FC-BC21-07FCDDBB3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386"/>
            <a:ext cx="9144000" cy="294101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>
            <a:normAutofit fontScale="92500" lnSpcReduction="20000"/>
          </a:bodyPr>
          <a:lstStyle/>
          <a:p>
            <a:r>
              <a:rPr lang="en-US" altLang="ko-KR" sz="1800" dirty="0"/>
              <a:t>Connect </a:t>
            </a:r>
            <a:r>
              <a:rPr lang="ko-KR" altLang="en-US" sz="1800" dirty="0"/>
              <a:t>버튼 클릭 후 코드 실행 순서</a:t>
            </a:r>
            <a:r>
              <a:rPr lang="en-US" altLang="ko-KR" sz="1800" dirty="0"/>
              <a:t>(</a:t>
            </a:r>
            <a:r>
              <a:rPr lang="ko-KR" altLang="en-US" sz="1800" dirty="0"/>
              <a:t>디버깅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A767B-D6C4-22FC-95B0-E5B7E65D6E12}"/>
              </a:ext>
            </a:extLst>
          </p:cNvPr>
          <p:cNvSpPr txBox="1"/>
          <p:nvPr/>
        </p:nvSpPr>
        <p:spPr>
          <a:xfrm>
            <a:off x="1093304" y="921941"/>
            <a:ext cx="8574156" cy="554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VehicleFunctions.cs</a:t>
            </a:r>
            <a:r>
              <a:rPr lang="en-US" altLang="ko-KR" b="1" dirty="0"/>
              <a:t> (</a:t>
            </a:r>
            <a:r>
              <a:rPr lang="ko-KR" altLang="en-US" b="1" dirty="0"/>
              <a:t>계속</a:t>
            </a:r>
            <a:r>
              <a:rPr lang="en-US" altLang="ko-KR" b="1" dirty="0"/>
              <a:t>)</a:t>
            </a:r>
            <a:endParaRPr lang="en-US" altLang="ko-KR" sz="1050" dirty="0"/>
          </a:p>
          <a:p>
            <a:endParaRPr lang="ko-KR" altLang="en-US" sz="1050" dirty="0"/>
          </a:p>
          <a:p>
            <a:r>
              <a:rPr lang="en-US" altLang="ko-KR" sz="1050" dirty="0"/>
              <a:t>        if (</a:t>
            </a:r>
            <a:r>
              <a:rPr lang="en-US" altLang="ko-KR" sz="1050" dirty="0" err="1"/>
              <a:t>history.Count</a:t>
            </a:r>
            <a:r>
              <a:rPr lang="en-US" altLang="ko-KR" sz="1050" dirty="0"/>
              <a:t> == 0) return false;</a:t>
            </a:r>
          </a:p>
          <a:p>
            <a:endParaRPr lang="ko-KR" altLang="en-US" sz="1050" dirty="0"/>
          </a:p>
          <a:p>
            <a:r>
              <a:rPr lang="en-US" altLang="ko-KR" sz="1050" dirty="0"/>
              <a:t>        int max = 0;</a:t>
            </a:r>
          </a:p>
          <a:p>
            <a:r>
              <a:rPr lang="en-US" altLang="ko-KR" sz="1050" dirty="0"/>
              <a:t>        Tuple&lt;int, int&gt; search = new Tuple&lt;int, int&gt;(-1, -1);</a:t>
            </a:r>
          </a:p>
          <a:p>
            <a:r>
              <a:rPr lang="en-US" altLang="ko-KR" sz="1050" dirty="0"/>
              <a:t>        foreach (</a:t>
            </a:r>
            <a:r>
              <a:rPr lang="en-US" altLang="ko-KR" sz="1050" dirty="0" err="1"/>
              <a:t>KeyValuePair</a:t>
            </a:r>
            <a:r>
              <a:rPr lang="en-US" altLang="ko-KR" sz="1050" dirty="0"/>
              <a:t>&lt;Tuple&lt;int, int&gt;, int&gt; pair in history)</a:t>
            </a:r>
          </a:p>
          <a:p>
            <a:r>
              <a:rPr lang="ko-KR" altLang="en-US" sz="1050" dirty="0"/>
              <a:t>        </a:t>
            </a:r>
            <a:r>
              <a:rPr lang="en-US" altLang="ko-KR" sz="1050" dirty="0"/>
              <a:t>{</a:t>
            </a:r>
          </a:p>
          <a:p>
            <a:r>
              <a:rPr lang="en-US" altLang="ko-KR" sz="1050" dirty="0"/>
              <a:t>            if (</a:t>
            </a:r>
            <a:r>
              <a:rPr lang="en-US" altLang="ko-KR" sz="1050" dirty="0" err="1"/>
              <a:t>pair.Value</a:t>
            </a:r>
            <a:r>
              <a:rPr lang="en-US" altLang="ko-KR" sz="1050" dirty="0"/>
              <a:t> &gt; max)</a:t>
            </a:r>
          </a:p>
          <a:p>
            <a:r>
              <a:rPr lang="ko-KR" altLang="en-US" sz="1050" dirty="0"/>
              <a:t>            </a:t>
            </a:r>
            <a:r>
              <a:rPr lang="en-US" altLang="ko-KR" sz="1050" dirty="0"/>
              <a:t>{</a:t>
            </a:r>
          </a:p>
          <a:p>
            <a:r>
              <a:rPr lang="en-US" altLang="ko-KR" sz="1050" dirty="0"/>
              <a:t>                search = </a:t>
            </a:r>
            <a:r>
              <a:rPr lang="en-US" altLang="ko-KR" sz="1050" dirty="0" err="1"/>
              <a:t>pair.Key</a:t>
            </a:r>
            <a:r>
              <a:rPr lang="en-US" altLang="ko-KR" sz="1050" dirty="0"/>
              <a:t>;</a:t>
            </a:r>
          </a:p>
          <a:p>
            <a:r>
              <a:rPr lang="ko-KR" altLang="en-US" sz="1050" dirty="0"/>
              <a:t>            </a:t>
            </a:r>
            <a:r>
              <a:rPr lang="en-US" altLang="ko-KR" sz="1050" dirty="0"/>
              <a:t>}</a:t>
            </a:r>
          </a:p>
          <a:p>
            <a:r>
              <a:rPr lang="ko-KR" altLang="en-US" sz="1050" dirty="0"/>
              <a:t>        </a:t>
            </a:r>
            <a:r>
              <a:rPr lang="en-US" altLang="ko-KR" sz="1050" dirty="0"/>
              <a:t>}</a:t>
            </a:r>
          </a:p>
          <a:p>
            <a:r>
              <a:rPr lang="en-US" altLang="ko-KR" sz="1050" dirty="0"/>
              <a:t>        </a:t>
            </a:r>
            <a:r>
              <a:rPr lang="en-US" altLang="ko-KR" sz="1050" dirty="0" err="1"/>
              <a:t>this.SystemId</a:t>
            </a:r>
            <a:r>
              <a:rPr lang="en-US" altLang="ko-KR" sz="1050" dirty="0"/>
              <a:t> = search.Item1;</a:t>
            </a:r>
          </a:p>
          <a:p>
            <a:r>
              <a:rPr lang="en-US" altLang="ko-KR" sz="1050" dirty="0"/>
              <a:t>        </a:t>
            </a:r>
            <a:r>
              <a:rPr lang="en-US" altLang="ko-KR" sz="1050" dirty="0" err="1"/>
              <a:t>this.ComponentId</a:t>
            </a:r>
            <a:r>
              <a:rPr lang="en-US" altLang="ko-KR" sz="1050" dirty="0"/>
              <a:t> = search.Item2;</a:t>
            </a:r>
          </a:p>
          <a:p>
            <a:endParaRPr lang="ko-KR" altLang="en-US" sz="1050" dirty="0"/>
          </a:p>
          <a:p>
            <a:r>
              <a:rPr lang="en-US" altLang="ko-KR" sz="1050" dirty="0"/>
              <a:t>        </a:t>
            </a:r>
            <a:r>
              <a:rPr lang="en-US" altLang="ko-KR" sz="1050" dirty="0" err="1"/>
              <a:t>this.InvokeHeartBeatEvent</a:t>
            </a:r>
            <a:r>
              <a:rPr lang="en-US" altLang="ko-KR" sz="1050" dirty="0"/>
              <a:t>("Complete </a:t>
            </a:r>
            <a:r>
              <a:rPr lang="en-US" altLang="ko-KR" sz="1050" dirty="0" err="1"/>
              <a:t>HeartBeat</a:t>
            </a:r>
            <a:r>
              <a:rPr lang="en-US" altLang="ko-KR" sz="1050" dirty="0"/>
              <a:t>", </a:t>
            </a:r>
          </a:p>
          <a:p>
            <a:r>
              <a:rPr lang="en-US" altLang="ko-KR" sz="1050" dirty="0"/>
              <a:t>                $"Connect to system id - {</a:t>
            </a:r>
            <a:r>
              <a:rPr lang="en-US" altLang="ko-KR" sz="1050" dirty="0" err="1"/>
              <a:t>this.SystemId</a:t>
            </a:r>
            <a:r>
              <a:rPr lang="en-US" altLang="ko-KR" sz="1050" dirty="0"/>
              <a:t>}, </a:t>
            </a:r>
          </a:p>
          <a:p>
            <a:r>
              <a:rPr lang="en-US" altLang="ko-KR" sz="1050" dirty="0"/>
              <a:t>                component id - {</a:t>
            </a:r>
            <a:r>
              <a:rPr lang="en-US" altLang="ko-KR" sz="1050" dirty="0" err="1"/>
              <a:t>this.ComponentId</a:t>
            </a:r>
            <a:r>
              <a:rPr lang="en-US" altLang="ko-KR" sz="1050" dirty="0"/>
              <a:t>} vehicle.");</a:t>
            </a:r>
          </a:p>
          <a:p>
            <a:endParaRPr lang="ko-KR" altLang="en-US" sz="1050" dirty="0"/>
          </a:p>
          <a:p>
            <a:r>
              <a:rPr lang="en-US" altLang="ko-KR" sz="1050" dirty="0"/>
              <a:t>        // subscribe heart beat</a:t>
            </a:r>
          </a:p>
          <a:p>
            <a:r>
              <a:rPr lang="en-US" altLang="ko-KR" sz="1050" dirty="0"/>
              <a:t>        </a:t>
            </a:r>
            <a:r>
              <a:rPr lang="en-US" altLang="ko-KR" sz="1050" dirty="0" err="1"/>
              <a:t>this.DoSubscribeDataStream</a:t>
            </a:r>
            <a:r>
              <a:rPr lang="en-US" altLang="ko-KR" sz="1050" dirty="0"/>
              <a:t>(0);</a:t>
            </a:r>
          </a:p>
          <a:p>
            <a:endParaRPr lang="ko-KR" altLang="en-US" sz="1050" dirty="0"/>
          </a:p>
          <a:p>
            <a:r>
              <a:rPr lang="en-US" altLang="ko-KR" sz="1050" dirty="0"/>
              <a:t>        return true;</a:t>
            </a:r>
          </a:p>
          <a:p>
            <a:r>
              <a:rPr lang="ko-KR" altLang="en-US" sz="1050" dirty="0"/>
              <a:t>    </a:t>
            </a:r>
            <a:r>
              <a:rPr lang="en-US" altLang="ko-KR" sz="1050" dirty="0"/>
              <a:t>}</a:t>
            </a:r>
          </a:p>
          <a:p>
            <a:r>
              <a:rPr lang="en-US" altLang="ko-KR" sz="1050" dirty="0"/>
              <a:t>    catch (Exception)</a:t>
            </a:r>
          </a:p>
          <a:p>
            <a:r>
              <a:rPr lang="ko-KR" altLang="en-US" sz="1050" dirty="0"/>
              <a:t>    </a:t>
            </a:r>
            <a:r>
              <a:rPr lang="en-US" altLang="ko-KR" sz="1050" dirty="0"/>
              <a:t>{</a:t>
            </a:r>
          </a:p>
          <a:p>
            <a:r>
              <a:rPr lang="en-US" altLang="ko-KR" sz="1050" dirty="0"/>
              <a:t>        return false;</a:t>
            </a:r>
          </a:p>
          <a:p>
            <a:r>
              <a:rPr lang="en-US" altLang="ko-KR" sz="1050" dirty="0"/>
              <a:t>        throw;</a:t>
            </a:r>
          </a:p>
          <a:p>
            <a:r>
              <a:rPr lang="ko-KR" altLang="en-US" sz="1050" dirty="0"/>
              <a:t>    </a:t>
            </a:r>
            <a:r>
              <a:rPr lang="en-US" altLang="ko-KR" sz="1050" dirty="0"/>
              <a:t>}</a:t>
            </a:r>
          </a:p>
          <a:p>
            <a:endParaRPr lang="ko-KR" altLang="en-US" sz="1050" dirty="0"/>
          </a:p>
          <a:p>
            <a:r>
              <a:rPr lang="en-US" altLang="ko-KR" sz="1050" dirty="0"/>
              <a:t>}</a:t>
            </a:r>
            <a:r>
              <a:rPr lang="en-US" altLang="ko-KR" sz="1100" dirty="0"/>
              <a:t>             </a:t>
            </a:r>
            <a:endParaRPr lang="ko-KR" alt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6484C0-8C65-A7EA-A017-4EF0D1E91B36}"/>
              </a:ext>
            </a:extLst>
          </p:cNvPr>
          <p:cNvSpPr txBox="1"/>
          <p:nvPr/>
        </p:nvSpPr>
        <p:spPr>
          <a:xfrm>
            <a:off x="6202017" y="1669919"/>
            <a:ext cx="49761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private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InvokeHeartBeatEvent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state,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string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description)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HeartBeatEvent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?.Invoke(state, description);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063871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53768-8F89-044A-945C-1EF695DF1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3A0CCC42-ED72-30D1-4A8E-0AEC03E10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386"/>
            <a:ext cx="9144000" cy="294101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>
            <a:normAutofit fontScale="92500" lnSpcReduction="20000"/>
          </a:bodyPr>
          <a:lstStyle/>
          <a:p>
            <a:r>
              <a:rPr lang="en-US" altLang="ko-KR" sz="1800" dirty="0"/>
              <a:t>Connect </a:t>
            </a:r>
            <a:r>
              <a:rPr lang="ko-KR" altLang="en-US" sz="1800" dirty="0"/>
              <a:t>버튼 클릭 후 코드 실행 순서</a:t>
            </a:r>
            <a:r>
              <a:rPr lang="en-US" altLang="ko-KR" sz="1800" dirty="0"/>
              <a:t>(</a:t>
            </a:r>
            <a:r>
              <a:rPr lang="ko-KR" altLang="en-US" sz="1800" dirty="0"/>
              <a:t>디버깅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4A0B44-B15D-2444-E422-0D8FB032F78D}"/>
              </a:ext>
            </a:extLst>
          </p:cNvPr>
          <p:cNvSpPr txBox="1"/>
          <p:nvPr/>
        </p:nvSpPr>
        <p:spPr>
          <a:xfrm>
            <a:off x="1166192" y="796810"/>
            <a:ext cx="3034747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CommsUdpSerial.cs</a:t>
            </a:r>
            <a:endParaRPr lang="en-US" altLang="ko-KR" sz="1050" dirty="0"/>
          </a:p>
          <a:p>
            <a:endParaRPr lang="ko-KR" altLang="en-US" sz="10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57356-2463-0CA0-3255-EEF0DA8CBF11}"/>
              </a:ext>
            </a:extLst>
          </p:cNvPr>
          <p:cNvSpPr txBox="1"/>
          <p:nvPr/>
        </p:nvSpPr>
        <p:spPr>
          <a:xfrm>
            <a:off x="1265584" y="1249891"/>
            <a:ext cx="5632174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public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void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Open()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client.Client.Connected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||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IsOpen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en-US" altLang="ko-KR" sz="1100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log.Info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("</a:t>
            </a:r>
            <a:r>
              <a:rPr lang="en-US" altLang="ko-KR" sz="1100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UDPSerial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socket already open");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1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client.Close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endParaRPr lang="ko-KR" altLang="en-US" sz="11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var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dest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Port;</a:t>
            </a:r>
          </a:p>
          <a:p>
            <a:endParaRPr lang="ko-KR" altLang="en-US" sz="11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fr-FR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dest = OnSettings(</a:t>
            </a:r>
            <a:r>
              <a:rPr lang="fr-FR" altLang="ko-KR" sz="1100" dirty="0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"UDP_port"</a:t>
            </a:r>
            <a:r>
              <a:rPr lang="fr-FR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ConfigRef, dest);</a:t>
            </a:r>
          </a:p>
          <a:p>
            <a:endParaRPr lang="ko-KR" altLang="en-US" sz="11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100" dirty="0" err="1">
                <a:solidFill>
                  <a:srgbClr val="2B91A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inputboxreturn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.Cancel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==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OnInputBoxShow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100" dirty="0" err="1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Listern</a:t>
            </a:r>
            <a:r>
              <a:rPr lang="en-US" altLang="ko-KR" sz="1100" dirty="0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Port"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"Enter Local port (ensure remote end is already sending)"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ref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dest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))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Port =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dest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1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fr-FR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OnSettings(</a:t>
            </a:r>
            <a:r>
              <a:rPr lang="fr-FR" altLang="ko-KR" sz="1100" dirty="0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"UDP_port"</a:t>
            </a:r>
            <a:r>
              <a:rPr lang="fr-FR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ConfigRef, Port, </a:t>
            </a:r>
            <a:r>
              <a:rPr lang="fr-FR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true</a:t>
            </a:r>
            <a:r>
              <a:rPr lang="fr-FR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2B91A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Console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.WriteLine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100" dirty="0" err="1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UDP_port</a:t>
            </a:r>
            <a:r>
              <a:rPr lang="en-US" altLang="ko-KR" sz="1100" dirty="0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"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ConfigRef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Port.ToString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());</a:t>
            </a:r>
          </a:p>
          <a:p>
            <a:endParaRPr lang="ko-KR" altLang="en-US" sz="11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//######################################</a:t>
            </a:r>
          </a:p>
          <a:p>
            <a:endParaRPr lang="ko-KR" altLang="en-US" sz="1100" dirty="0">
              <a:solidFill>
                <a:srgbClr val="008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try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(client !=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null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client.Close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catch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BFB0F-DD56-FAE9-CED0-72CC22098228}"/>
              </a:ext>
            </a:extLst>
          </p:cNvPr>
          <p:cNvSpPr txBox="1"/>
          <p:nvPr/>
        </p:nvSpPr>
        <p:spPr>
          <a:xfrm>
            <a:off x="6722165" y="1514935"/>
            <a:ext cx="4379843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.Subscribe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new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2B91A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Subscribe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 err="1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this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.RunSubscribe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endParaRPr lang="ko-KR" altLang="en-US" sz="11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fr-FR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client = </a:t>
            </a:r>
            <a:r>
              <a:rPr lang="fr-FR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new</a:t>
            </a:r>
            <a:r>
              <a:rPr lang="fr-FR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fr-FR" altLang="ko-KR" sz="1100" dirty="0">
                <a:solidFill>
                  <a:srgbClr val="2B91A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UdpClient</a:t>
            </a:r>
            <a:r>
              <a:rPr lang="fr-FR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fr-FR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int</a:t>
            </a:r>
            <a:r>
              <a:rPr lang="fr-FR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.Parse(Port));</a:t>
            </a:r>
          </a:p>
          <a:p>
            <a:endParaRPr lang="ko-KR" altLang="en-US" sz="11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while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true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 err="1">
                <a:solidFill>
                  <a:srgbClr val="2B91A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Thread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.Sleep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(500);</a:t>
            </a:r>
          </a:p>
          <a:p>
            <a:endParaRPr lang="ko-KR" altLang="en-US" sz="11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CancelConnect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try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client.Close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catch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1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1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BytesToRead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&gt; 0)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break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1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BytesToRead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== 0)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return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16104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AA8D4-F72A-DE50-0322-63D054546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8281DFE9-909D-13A1-1DDF-C58F752F2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386"/>
            <a:ext cx="9144000" cy="294101"/>
          </a:xfr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>
            <a:normAutofit fontScale="92500" lnSpcReduction="20000"/>
          </a:bodyPr>
          <a:lstStyle/>
          <a:p>
            <a:r>
              <a:rPr lang="en-US" altLang="ko-KR" sz="1800" dirty="0"/>
              <a:t>Connect </a:t>
            </a:r>
            <a:r>
              <a:rPr lang="ko-KR" altLang="en-US" sz="1800" dirty="0"/>
              <a:t>버튼 클릭 후 코드 실행 순서</a:t>
            </a:r>
            <a:r>
              <a:rPr lang="en-US" altLang="ko-KR" sz="1800" dirty="0"/>
              <a:t>(</a:t>
            </a:r>
            <a:r>
              <a:rPr lang="ko-KR" altLang="en-US" sz="1800" dirty="0"/>
              <a:t>디버깅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54EDB-0606-BBAE-D3EC-0DF0073D5CE7}"/>
              </a:ext>
            </a:extLst>
          </p:cNvPr>
          <p:cNvSpPr txBox="1"/>
          <p:nvPr/>
        </p:nvSpPr>
        <p:spPr>
          <a:xfrm>
            <a:off x="1119809" y="984020"/>
            <a:ext cx="8574156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CommsUdpSerial.cs</a:t>
            </a:r>
            <a:endParaRPr lang="en-US" altLang="ko-KR" sz="1050" dirty="0"/>
          </a:p>
          <a:p>
            <a:endParaRPr lang="ko-KR" altLang="en-US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8C6A5C-7243-6A62-41B7-ECB01C122B40}"/>
              </a:ext>
            </a:extLst>
          </p:cNvPr>
          <p:cNvSpPr txBox="1"/>
          <p:nvPr/>
        </p:nvSpPr>
        <p:spPr>
          <a:xfrm>
            <a:off x="1523999" y="1514935"/>
            <a:ext cx="765975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try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 reset any previous connection</a:t>
            </a:r>
          </a:p>
          <a:p>
            <a:r>
              <a:rPr lang="fr-FR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fr-FR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//client = new UdpClient(int.Parse(Port));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RemoteIpEndPoint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new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2B91A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IPEndPoint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 err="1">
                <a:solidFill>
                  <a:srgbClr val="2B91A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IPAddress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.Any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0);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//BOB - Test Code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en-US" altLang="ko-KR" sz="1100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IPAddress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addr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new </a:t>
            </a:r>
            <a:r>
              <a:rPr lang="en-US" altLang="ko-KR" sz="1100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IPAddress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(new byte[] { 192,168,10,110 });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en-US" altLang="ko-KR" sz="1100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RemoteIpEndPoint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new </a:t>
            </a:r>
            <a:r>
              <a:rPr lang="en-US" altLang="ko-KR" sz="1100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IPEndPoint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addr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14550);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//EOB - Test Code</a:t>
            </a:r>
          </a:p>
          <a:p>
            <a:endParaRPr lang="ko-KR" altLang="en-US" sz="1100" dirty="0">
              <a:solidFill>
                <a:srgbClr val="008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client.Receive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ref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RemoteIpEndPoint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 err="1">
                <a:solidFill>
                  <a:srgbClr val="2B91A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Console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.WriteLine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"</a:t>
            </a:r>
            <a:r>
              <a:rPr lang="en-US" altLang="ko-KR" sz="1100" dirty="0" err="1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UDPSerial</a:t>
            </a:r>
            <a:r>
              <a:rPr lang="en-US" altLang="ko-KR" sz="1100" dirty="0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connecting to {0} : {1}"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RemoteIpEndPoint.Address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,  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RemoteIpEndPoint.Port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EndPointList.Add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RemoteIpEndPoint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_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isopen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true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catch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</a:t>
            </a:r>
            <a:r>
              <a:rPr lang="en-US" altLang="ko-KR" sz="1100" dirty="0">
                <a:solidFill>
                  <a:srgbClr val="2B91A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Exception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ex)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if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(client !=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null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&amp;&amp;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client.Client.Connected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) 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client.Close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 err="1">
                <a:solidFill>
                  <a:srgbClr val="2B91A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Console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.WriteLine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ex.ToString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());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en-US" altLang="ko-KR" sz="1100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CustomMessageBox.Show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("Please check your Firewall settings\</a:t>
            </a:r>
            <a:r>
              <a:rPr lang="en-US" altLang="ko-KR" sz="1100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nPlease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try running this command\n1.    </a:t>
            </a:r>
          </a:p>
          <a:p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//  Run the following command in an elevated command prompt to disable Windows Firewall </a:t>
            </a:r>
          </a:p>
          <a:p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//  temporarily:\n    \</a:t>
            </a:r>
            <a:r>
              <a:rPr lang="en-US" altLang="ko-KR" sz="1100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nNetsh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advfirewall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set </a:t>
            </a:r>
            <a:r>
              <a:rPr lang="en-US" altLang="ko-KR" sz="1100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allprofiles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state off\n    \</a:t>
            </a:r>
            <a:r>
              <a:rPr lang="en-US" altLang="ko-KR" sz="1100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nNote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: This is just for </a:t>
            </a:r>
          </a:p>
          <a:p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//  test; please turn it back on with the command '</a:t>
            </a:r>
            <a:r>
              <a:rPr lang="en-US" altLang="ko-KR" sz="1100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Netsh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advfirewall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set </a:t>
            </a:r>
            <a:r>
              <a:rPr lang="en-US" altLang="ko-KR" sz="1100" dirty="0" err="1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allprofiles</a:t>
            </a:r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state on'.\n", </a:t>
            </a:r>
          </a:p>
          <a:p>
            <a:r>
              <a:rPr lang="en-US" altLang="ko-KR" sz="1100" dirty="0">
                <a:solidFill>
                  <a:srgbClr val="008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//  "Error");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throw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new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100" dirty="0">
                <a:solidFill>
                  <a:srgbClr val="2B91A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Exception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100" dirty="0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"The socket/</a:t>
            </a:r>
            <a:r>
              <a:rPr lang="en-US" altLang="ko-KR" sz="1100" dirty="0" err="1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UDPSerial</a:t>
            </a:r>
            <a:r>
              <a:rPr lang="en-US" altLang="ko-KR" sz="1100" dirty="0">
                <a:solidFill>
                  <a:srgbClr val="A31515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is closed "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+ ex);</a:t>
            </a:r>
          </a:p>
          <a:p>
            <a:r>
              <a:rPr lang="ko-KR" altLang="en-US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1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14366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1240</Words>
  <Application>Microsoft Office PowerPoint</Application>
  <PresentationFormat>와이드스크린</PresentationFormat>
  <Paragraphs>224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돋움체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종목 이</dc:creator>
  <cp:lastModifiedBy>종목 이</cp:lastModifiedBy>
  <cp:revision>5</cp:revision>
  <dcterms:created xsi:type="dcterms:W3CDTF">2025-08-01T01:52:42Z</dcterms:created>
  <dcterms:modified xsi:type="dcterms:W3CDTF">2025-08-01T06:43:15Z</dcterms:modified>
</cp:coreProperties>
</file>