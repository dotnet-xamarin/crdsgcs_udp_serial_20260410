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115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68B86-749E-65A2-739C-50F116534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0F9894-5D16-557E-E743-9653ADA70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124A0D-06AD-42F9-C00A-2715166D2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2B97-49CF-4808-A0F8-6D790CBF5148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178B05-961A-4EE7-106A-1054D687B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1F14-C5AA-960E-A2AB-ACDF4F084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FE80-566A-4CC7-80C5-3C8C94EF40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980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9106EC-FCD5-8129-4FDB-04899D5CC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9BA504-4969-2591-9339-A5FFED81C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3B374B-E87D-A9F7-2358-AE06E1E8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2B97-49CF-4808-A0F8-6D790CBF5148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DD2971-F556-BB82-19C5-EDE7604D9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B8D33C-0B70-681D-3CE9-D81CCED10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FE80-566A-4CC7-80C5-3C8C94EF40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3600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4C8AB-E005-AE10-DEF8-F7E08A9DA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7C4B20-D814-074A-286D-A6CE40D2D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515737-FD91-2A2F-65B6-7440F15CD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2B97-49CF-4808-A0F8-6D790CBF5148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B27225-90A2-1763-CE21-6EB4412BA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5D9898-3556-2CFF-97DC-BFB64CDB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FE80-566A-4CC7-80C5-3C8C94EF40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14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8916D-813B-E299-8710-E93248A99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9B5219-A4DD-1AED-6681-CE0B6BEFC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5CB6C9-C409-12D7-5905-FA7F64744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DEAD9A-B3FA-6B27-0780-E492B4ABE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2B97-49CF-4808-A0F8-6D790CBF5148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31BCA3-0AD8-7B8D-B1B2-C2B1B9E1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E69D4F-4CBA-956F-7C8F-2B35581BE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FE80-566A-4CC7-80C5-3C8C94EF40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258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EE42B-47AE-E1FD-6B9A-5D1DDA99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10205F-1765-7D6B-D1A8-8E9EEEF92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5FB225-5B77-2876-5B62-C9A0E49B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9F18FE-71A7-3001-896E-15FEB3E5CE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BAC4E4B-8168-1ADE-6726-AFF615F6C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6731B1-F62B-2294-FC62-4FDA31A87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2B97-49CF-4808-A0F8-6D790CBF5148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8C9960F-32B2-C6D5-D56D-22403CDB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F091EC2-F6A0-C15D-7C66-A3949B550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FE80-566A-4CC7-80C5-3C8C94EF40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3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B68D2-7A50-A924-468A-7225D223C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10D16F-D31A-468A-4949-DB255C312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2B97-49CF-4808-A0F8-6D790CBF5148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9F5887-9504-003A-C170-C98EA6FA2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675986-AA9C-78B4-F584-87A2B135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FE80-566A-4CC7-80C5-3C8C94EF40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913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0059B1-B348-F483-CBDA-32B28A29F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2B97-49CF-4808-A0F8-6D790CBF5148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4D9553C-D180-0431-B2BF-0AC64DA2A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0C5695-193E-4255-9D50-FF145C25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FE80-566A-4CC7-80C5-3C8C94EF40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364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2FBED-193B-2994-0500-B4CCD87B8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2B2197-8788-8368-13F1-56521BCFA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35C3C2-DDC3-2D88-5FB1-F92947412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0AB44F-B6A2-927E-A715-7D2C8EF0E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2B97-49CF-4808-A0F8-6D790CBF5148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D175B0-92DD-8B94-3CE9-3C25C1442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491238-8A4C-44CA-B75A-FE7442303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FE80-566A-4CC7-80C5-3C8C94EF40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16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71D29-02A5-6C46-578A-F141442D7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C88A6D-6627-8691-FD1C-5881B703B3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C62690-AD49-0DA5-DE41-1A069C868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D0BC89-A6D8-CC18-719F-C3B1F06A5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2B97-49CF-4808-A0F8-6D790CBF5148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9BC49-BDB5-D0DE-747A-C7904A7CA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39B2D0-27B4-E341-9BB1-C8F1577A9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FE80-566A-4CC7-80C5-3C8C94EF40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765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97ECD-27FB-64C8-0DAE-CB81C1893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ACFD17-0C96-6F2C-CC2F-13A14527E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AB6DD3-4875-1C31-9653-E83D197A3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2B97-49CF-4808-A0F8-6D790CBF5148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2824D3-17F4-3092-E2B3-AE578F197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5B4408-E71B-444B-2005-0FA1DCA4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FE80-566A-4CC7-80C5-3C8C94EF40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456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D6F3897-C790-644C-4AF3-21F4F03BA0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AAAA48-3080-6042-2BF1-4625116E3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9CB3A2-3060-88DA-2B32-10DD8373F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2B97-49CF-4808-A0F8-6D790CBF5148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C89BA2-2A29-867F-B572-CBFDDF8B3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98C191-D98D-5B1C-BF25-E40C9720D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FE80-566A-4CC7-80C5-3C8C94EF40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169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746759-E1E3-D07A-A6C2-EF7FE18F2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1FD78-D56A-C7B3-F19E-55689489B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E5C890-DB92-0FD4-9923-1C9CC61D9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E2B97-49CF-4808-A0F8-6D790CBF5148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7C8928-8F2B-0412-DDF8-71B0C877D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D660F2-18DB-BFD7-DD26-0C13EF5D3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FFE80-566A-4CC7-80C5-3C8C94EF40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355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F8AFA1C-331B-BDBB-FD3A-239690CFEAC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09199" y="2926036"/>
            <a:ext cx="2187130" cy="5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195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종목 이</dc:creator>
  <cp:lastModifiedBy>종목 이</cp:lastModifiedBy>
  <cp:revision>1</cp:revision>
  <dcterms:created xsi:type="dcterms:W3CDTF">2025-09-15T05:33:19Z</dcterms:created>
  <dcterms:modified xsi:type="dcterms:W3CDTF">2025-09-15T07:30:08Z</dcterms:modified>
</cp:coreProperties>
</file>