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300" d="100"/>
          <a:sy n="300" d="100"/>
        </p:scale>
        <p:origin x="173" y="-29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074C6-23BC-4DE7-A87D-4F0226098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8F2138-953B-E332-813F-6428A7CE6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C4F89-5335-3F61-244F-4E1303C8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603632-A930-DD90-5B7B-8B7975C66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C1CB64-7BB5-ABE4-7460-9D84BCC22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87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BA9FA-8900-8EEC-EE54-9B7742F0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70C399-09E5-DA19-6F52-7385EC930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86615-4A05-4D67-F608-6D6EFA17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8196CA-4836-E534-22FD-6DAB71E9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E87E95-98A6-58A7-801F-1569F7BA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02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8AEA2-23A2-1498-70AB-769748DD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5DECE6-D3BB-4AB3-B72D-14073E602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4AE749-B0FB-0316-4133-55390CF3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50E9F-7B4D-4872-95B9-94E41852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0B2BA7-ABB0-6B78-65D4-C20DAC39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43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B47A2-782B-6152-B7C1-D4CF9723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0390C6-810D-65A1-73C7-957D6514C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D8B881-CF18-A550-E29A-E00046576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BA02CB-AE86-9E25-8975-AECEC462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7C8D98-9640-AD78-B9F3-913EB0E7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FD8123-E326-6ACB-4D01-295F4B21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8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BB4F9-68CD-0950-8925-E87C8967B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34177B-A1BB-95F4-791C-4DFE3B8F9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F00A9E-B880-A4F3-3AE7-A1D3976BB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0D9973-E585-9BC5-7BBE-4B5A2B02D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152684-02E9-5D0B-3954-12DB6E1F6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8C4268-EEAE-D093-982E-CFB59C2C3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2F45C6-613E-BBE0-CC99-491FB563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364715-BD4F-7CEF-7ADA-7DA47E74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75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E9B3D-D1D5-282E-5026-D14C4D96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74F3A1-997E-4276-E79E-D0BBC414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08E55C-E6DA-9190-D9EE-FB4F148F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892982-B794-1E2D-E0E8-8256968E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05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FE3E10-9338-8C15-5CDE-7CE76242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44CFCA-97E1-1B17-B318-AC945A91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0D2C5B-248E-6FC7-CDAD-C745802B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568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A4E39-A2AF-F1F0-7F9C-9778C3C64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A5497C-1EE6-1735-880F-47C44F644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2DB6A7-E6B5-73D0-B337-17FF3DEAD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E7CD0D-80B8-F877-9F06-B5CD713A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CFA445-A458-C58B-4896-0FC690279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6E153-4509-6EE7-2A46-C0CE145C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90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97D05-E4E3-E6B5-EB25-A79CF3115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5DA8E2-ED8D-317D-2928-93B9F9641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E4492A-EA9D-CC5B-970A-DDA9BD1FA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E17D6F-8FB5-47D2-A0D1-EC31C020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778FCA-46FB-EDAE-C64A-C1BEFDEF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CAB61D-F263-AC33-BE00-8F7D2632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62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54E69-284B-9D61-E89D-FE4871EBD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93CFC0-0831-A421-F22D-59345CD2D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F23B70-6420-155F-6A50-0B53CB78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6D1962-781C-205A-E8E5-8A13FF3A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768349-BCE1-E52F-13D1-35D3F634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55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0A74A2-602A-78FA-CFCA-266FE9545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AA16CC-10B8-C43D-4C49-F9466E264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3369F-FA87-5BA2-6B62-6A754264C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6B659C-9024-6415-7FE5-161944D13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42581C-A23C-E42C-D58F-3434EA6D3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65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9D8D6E-2C45-FA20-33FC-2B5B7DB5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541ACC-2F7F-C9DC-2B8A-0C5E8F962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9A4D3-7375-3E56-4769-A88E3B3A8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3F234-39C6-444D-8B0B-8323023FD67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9ECFAF-CC06-7330-18F0-5E78F4957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461C8A-BC69-56BE-09C2-29503BECA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6F7E4-58A1-4180-A456-7348C2AC4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83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152F59-FE21-4E4F-D151-7E65423F3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65" y="0"/>
            <a:ext cx="11071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42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종목 이</dc:creator>
  <cp:lastModifiedBy>종목 이</cp:lastModifiedBy>
  <cp:revision>1</cp:revision>
  <dcterms:created xsi:type="dcterms:W3CDTF">2025-07-29T04:19:15Z</dcterms:created>
  <dcterms:modified xsi:type="dcterms:W3CDTF">2025-07-29T04:20:28Z</dcterms:modified>
</cp:coreProperties>
</file>